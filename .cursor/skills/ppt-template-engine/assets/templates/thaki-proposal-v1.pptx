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{{TITLE}}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4FF"/>
                </a:solidFill>
              </a:defRPr>
            </a:pPr>
            <a:r>
              <a:t>{{SUBTITLE}}</a:t>
            </a:r>
          </a:p>
        </p:txBody>
      </p:sp>
      <p:sp>
        <p:nvSpPr>
          <p:cNvPr id="5" name="AUTHOR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4FF"/>
                </a:solidFill>
              </a:defRPr>
            </a:pPr>
            <a:r>
              <a:t>{{AUTHOR}}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_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{{SECTION_TITLE}}</a:t>
            </a:r>
          </a:p>
        </p:txBody>
      </p:sp>
      <p:sp>
        <p:nvSpPr>
          <p:cNvPr id="3" name="DIVIDER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GENDA_ITEMS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{{AGENDA_ITEMS}}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FT_TITLE"/>
          <p:cNvSpPr txBox="1"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{{LEFT_TITLE}}</a:t>
            </a:r>
          </a:p>
        </p:txBody>
      </p:sp>
      <p:sp>
        <p:nvSpPr>
          <p:cNvPr id="3" name="LEFT_BODY"/>
          <p:cNvSpPr txBox="1"/>
          <p:nvPr/>
        </p:nvSpPr>
        <p:spPr>
          <a:xfrm>
            <a:off x="457200" y="10058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{{LEFT_BODY}}</a:t>
            </a:r>
          </a:p>
        </p:txBody>
      </p:sp>
      <p:sp>
        <p:nvSpPr>
          <p:cNvPr id="4" name="RIGHT_TITLE"/>
          <p:cNvSpPr txBox="1"/>
          <p:nvPr/>
        </p:nvSpPr>
        <p:spPr>
          <a:xfrm>
            <a:off x="484632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{{RIGHT_TITLE}}</a:t>
            </a:r>
          </a:p>
        </p:txBody>
      </p:sp>
      <p:sp>
        <p:nvSpPr>
          <p:cNvPr id="5" name="RIGHT_BODY"/>
          <p:cNvSpPr txBox="1"/>
          <p:nvPr/>
        </p:nvSpPr>
        <p:spPr>
          <a:xfrm>
            <a:off x="4846320" y="10058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{{RIGHT_BODY}}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PI_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{{KPI_TITLE}}</a:t>
            </a:r>
          </a:p>
        </p:txBody>
      </p:sp>
      <p:sp>
        <p:nvSpPr>
          <p:cNvPr id="3" name="KPI_TABLE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{{KPI_TABLE}}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RECT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SING_MESSAGE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{{CLOSING_MESSAGE}}</a:t>
            </a:r>
          </a:p>
        </p:txBody>
      </p:sp>
      <p:sp>
        <p:nvSpPr>
          <p:cNvPr id="4" name="CONTACT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4FF"/>
                </a:solidFill>
              </a:defRPr>
            </a:pPr>
            <a:r>
              <a:t>{{CONTACT}}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